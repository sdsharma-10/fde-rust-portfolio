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Plus Jakarta Sans"/>
      <ns0:bold ns1:id="rIdFont14"/>
      <ns0:regular ns1:id="rIdFont15"/>
    </ns0:embeddedFont>
    <ns0:embeddedFont>
      <ns0:font typeface="JetBrains Mono"/>
      <ns0:bold ns1:id="rIdFont16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9d6b138a-32d9-4eb3-8025-112a2057369c.fntdata" /><ns0:Relationship Id="rIdFont15" Type="http://schemas.openxmlformats.org/officeDocument/2006/relationships/font" Target="fonts/2feb30d4-6bc7-4e22-97ce-e1f9dfeb2839.fntdata" /><ns0:Relationship Id="rIdFont16" Type="http://schemas.openxmlformats.org/officeDocument/2006/relationships/font" Target="fonts/de50b32e-d92c-46c9-ad94-a1d3b027c4b1.fntdata" /><ns0:Relationship Id="rIdFont17" Type="http://schemas.openxmlformats.org/officeDocument/2006/relationships/font" Target="fonts/704635f3-6cf3-4c88-aab8-1bcedf3215d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627215"/>
            <a:ext cx="6096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192684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D97706"/>
                </a:solidFill>
                <a:latin typeface="JetBrains Mono"/>
              </a:rPr>
              <a:t>EDGE COMPUTER VISION • RF DSP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16534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YOLOv8 RF Spectrogram &amp; Satcom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6165"/>
            <a:ext cx="6762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Plus Jakarta Sans"/>
              </a:rPr>
              <a:t>Transforming 50 MSPS raw baseband I/Q streams into 2048-pt STFT matrices for sub-4ms neural classification.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67037"/>
            <a:ext cx="34035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2947987"/>
            <a:ext cx="3403550" cy="201930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967037"/>
            <a:ext cx="34035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D97706"/>
                </a:solidFill>
                <a:latin typeface="JetBrains Mono"/>
              </a:rPr>
              <a:t>SPECTRAL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Signal Space Conversion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319462"/>
            <a:ext cx="337337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0F172A"/>
                </a:solidFill>
                <a:latin typeface="Plus Jakarta Sans"/>
              </a:rPr>
              <a:t>50 MSPS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4195762"/>
            <a:ext cx="2793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JetBrains Mono"/>
              </a:rPr>
              <a:t>Continuous baseband I/Q ingestion.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6575" y="3300412"/>
            <a:ext cx="3373375" cy="800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D97706"/>
                </a:solidFill>
                <a:latin typeface="JetBrains Mono"/>
              </a:rPr>
              <a:t>2048-pt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6575" y="4214812"/>
            <a:ext cx="2793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JetBrains Mono"/>
              </a:rPr>
              <a:t>STFT Hanning waterfall resolution.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4925" y="3319462"/>
            <a:ext cx="337337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0F172A"/>
                </a:solidFill>
                <a:latin typeface="Plus Jakarta Sans"/>
              </a:rPr>
              <a:t>-6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4925" y="4195762"/>
            <a:ext cx="2793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JetBrains Mono"/>
              </a:rPr>
              <a:t>Noise floor multi-path tolerance.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186112"/>
            <a:ext cx="3454449" cy="1543050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186112"/>
            <a:ext cx="3454449" cy="1543050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186112"/>
            <a:ext cx="3454449" cy="1543050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500437"/>
            <a:ext cx="2857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74" y="3500437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3500437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D97706"/>
                </a:solidFill>
                <a:latin typeface="JetBrains Mono"/>
              </a:rPr>
              <a:t>EDGE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TensorRT Quantized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881437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STFT DSP Conversion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195762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Vectorized frequency-time matrix.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174" y="3881437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YOLOv8 Backbone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3174" y="4195762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Hopping pattern bounding boxes.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881437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Satcom Protocol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224" y="4195762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Downlink protocol classification.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300287"/>
            <a:ext cx="5219700" cy="3238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300287"/>
            <a:ext cx="5219700" cy="3238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D97706"/>
                </a:solidFill>
                <a:latin typeface="JetBrains Mono"/>
              </a:rPr>
              <a:t>MODULATION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Satellite Communications &amp; Telemetry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14823"/>
            <a:ext cx="5314950" cy="506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1" sz="1425" i="0" u="none">
                <a:solidFill>
                  <a:srgbClr val="334155"/>
                </a:solidFill>
                <a:latin typeface="Plus Jakarta Sans"/>
              </a:rPr>
              <a:t>FHSS Telemetry: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Isolates frequency hopping quadcopters from Wi-Fi.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92884"/>
            <a:ext cx="5314950" cy="506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1" sz="1425" i="0" u="none">
                <a:solidFill>
                  <a:srgbClr val="334155"/>
                </a:solidFill>
                <a:latin typeface="Plus Jakarta Sans"/>
              </a:rPr>
              <a:t>Downlink Bursts: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Detects L-band and S-band satcom frames.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70945"/>
            <a:ext cx="6524625" cy="253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1" sz="1425" i="0" u="none">
                <a:solidFill>
                  <a:srgbClr val="334155"/>
                </a:solidFill>
                <a:latin typeface="Plus Jakarta Sans"/>
              </a:rPr>
              <a:t>Modulation Profiles: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FSK, QPSK, OFDM classification.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D97706"/>
                </a:solidFill>
                <a:latin typeface="JetBrains Mono"/>
              </a:rPr>
              <a:t>EDGE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Inference Speed &amp;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67225" y="2962275"/>
            <a:ext cx="4071937" cy="990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b="1" sz="7800" i="0" u="none">
                <a:solidFill>
                  <a:srgbClr val="D97706"/>
                </a:solidFill>
                <a:latin typeface="Plus Jakarta Sans"/>
              </a:rPr>
              <a:t>3.8 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4662" y="4105275"/>
            <a:ext cx="770334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64748B"/>
                </a:solidFill>
                <a:latin typeface="Plus Jakarta Sans"/>
              </a:rPr>
              <a:t>TensorRT FP16 inference loop on embedded edge accelerator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400" y="4600575"/>
            <a:ext cx="5000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JetBrains Mono"/>
              </a:rPr>
              <a:t>Classification Accuracy:</a:t>
            </a:r>
            <a:r>
              <a:rPr b="0" sz="1200" i="0" u="none">
                <a:solidFill>
                  <a:srgbClr val="334155"/>
                </a:solidFill>
                <a:latin typeface="JetBrains Mono"/>
              </a:rPr>
              <a:t> 96.8% under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96100" y="4600575"/>
            <a:ext cx="3571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JetBrains Mono"/>
              </a:rPr>
              <a:t>Throughput:</a:t>
            </a:r>
            <a:r>
              <a:rPr b="0" sz="1200" i="0" u="none">
                <a:solidFill>
                  <a:srgbClr val="334155"/>
                </a:solidFill>
                <a:latin typeface="JetBrains Mono"/>
              </a:rPr>
              <a:t> 240+ waterfall FPS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610992"/>
            <a:ext cx="4572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10125" y="2218432"/>
            <a:ext cx="2571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D97706"/>
                </a:solidFill>
                <a:latin typeface="JetBrains Mono"/>
              </a:rPr>
              <a:t>REAL-TIME SIGNAL PERCEPTION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406" y="2542282"/>
            <a:ext cx="9501187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Plus Jakarta Sans"/>
              </a:rPr>
              <a:t>Bridging RF Signal Spaces and Neural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829942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Sub-millisecond protocol classification and spectrum awareness at the tactical edge.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4667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https://rfessentials.com/images/waterfall-analyzer-hero.webp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2250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rfessentials.com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