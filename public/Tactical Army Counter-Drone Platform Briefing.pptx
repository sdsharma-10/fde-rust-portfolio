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JetBrains Mono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736c26e7-2d94-43e0-af9c-2d23f521d3bc.fntdata" /><ns0:Relationship Id="rIdFont15" Type="http://schemas.openxmlformats.org/officeDocument/2006/relationships/font" Target="fonts/a3e42973-659b-4992-b380-5fdc940be5b7.fntdata" /><ns0:Relationship Id="rIdFont16" Type="http://schemas.openxmlformats.org/officeDocument/2006/relationships/font" Target="fonts/c7610594-cf97-426b-aa3f-fc7ab4e771ab.fntdata" /><ns0:Relationship Id="rIdFont17" Type="http://schemas.openxmlformats.org/officeDocument/2006/relationships/font" Target="fonts/b0ebf2dc-64be-44f8-b2ff-e65ea4410c3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627215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2684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0B981"/>
                </a:solidFill>
                <a:latin typeface="JetBrains Mono"/>
              </a:rPr>
              <a:t>DEFENSE ELECTRONIC WARFARE // DRDO DEPUTED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653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Tactical Army Counter-Drone (C-UAS)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6165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Real-time SDR multi-waveform jamming, PostGIS airspace telemetry, and PyQt5 mission command.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7037"/>
            <a:ext cx="34035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47987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67037"/>
            <a:ext cx="34035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59669"/>
                </a:solidFill>
                <a:latin typeface="JetBrains Mono"/>
              </a:rPr>
              <a:t>OPERATIONAL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Asymmetric Airspace Threat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319462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2.4 / 5.8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19576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Dual-band GHz ISM control hopping.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6575" y="3300412"/>
            <a:ext cx="3373375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59669"/>
                </a:solidFill>
                <a:latin typeface="JetBrains Mono"/>
              </a:rPr>
              <a:t>&lt; 20ms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6575" y="421481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Closed loop intercept to actuation.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319462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925" y="419576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Hops per second tracking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76575"/>
            <a:ext cx="3454449" cy="1762125"/>
          </a:xfrm>
          <a:prstGeom prst="roundRect">
            <a:avLst>
              <a:gd name="adj" fmla="val 86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50043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39090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500437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59669"/>
                </a:solidFill>
                <a:latin typeface="JetBrains Mono"/>
              </a:rPr>
              <a:t>TACTICAL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Engineering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SDR Hardware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HackRF and ANTSDR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771900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Reactive Jamming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086225"/>
            <a:ext cx="29210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Multi-synchronous pulse waveforms.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Python Standardization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PEP standards across PyQt5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59669"/>
                </a:solidFill>
                <a:latin typeface="JetBrains Mono"/>
              </a:rPr>
              <a:t>SPATIAL RADAR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PostGIS &amp; QGIS Offline Airspace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1476"/>
            <a:ext cx="531495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Spatial Geofencing: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Automated boundary threat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19537"/>
            <a:ext cx="6524625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QGIS Tactical Layers: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1:25,000 elevation contours overlay.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4292"/>
            <a:ext cx="6524625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GNSS Spoofing: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Tactical coordinate override actuation.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59669"/>
                </a:solidFill>
                <a:latin typeface="JetBrains Mono"/>
              </a:rPr>
              <a:t>PERFORMANCE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Operational Field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7700" y="2962275"/>
            <a:ext cx="4095750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059669"/>
                </a:solidFill>
                <a:latin typeface="Plus Jakarta Sans"/>
              </a:rPr>
              <a:t>99.4%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0825" y="4105275"/>
            <a:ext cx="82629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Plus Jakarta Sans"/>
              </a:rPr>
              <a:t>Link suppression success across tested commercial UAV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600575"/>
            <a:ext cx="5119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Zero Interlock Drift: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100+ simulated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4600575"/>
            <a:ext cx="440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Thermal Ceiling: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48°C field validated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610992"/>
            <a:ext cx="4572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29125" y="221843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0B981"/>
                </a:solidFill>
                <a:latin typeface="JetBrains Mono"/>
              </a:rPr>
              <a:t>FIELD DEPLOYED DEFENSE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406" y="2542282"/>
            <a:ext cx="950118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Mission-Ready Counter-UAS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29942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Engineered with strict Python standards, robust spatial persistence, and sub-20ms SDR responsiveness.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7453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https://media.defense.gov/2024/Jul/15/2003503603/1920/1080/0/240715-M-HL692-0015.JPG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40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ndupress.ndu.edu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